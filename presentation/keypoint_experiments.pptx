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Помогает ли группировка ключевых точек детектировать дефекацию у собак?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8E8"/>
                </a:solidFill>
                <a:latin typeface="Calibri"/>
              </a:rPr>
              <a:t>Эксперименты с наборами точек позы: YOLO-pose + LSTM с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07B39"/>
                </a:solidFill>
                <a:latin typeface="Calibri"/>
              </a:rPr>
              <a:t>Предварительные результаты: 6 из 7 конфигураций, один запуск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Как устроена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Видео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кадры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6272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YOLO
детекция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bbox собаки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YOLO 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20 ключевых
точек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1536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Фильтр +
сглаживание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confidence,
медиана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Признаки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72 на кадр
+ скорости = 144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LSTM +
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окно 120 кадров,
шаг 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14432" y="1737360"/>
            <a:ext cx="137160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1737360"/>
            <a:ext cx="1371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Класс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8346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B2733"/>
                </a:solidFill>
                <a:latin typeface="Calibri"/>
              </a:rPr>
              <a:t>дефекация /
норма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Датасет: 166 размеченных видео, 106 - «норма», 60 - «дефекация»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Из видео нарезаются окна по 120 кадров: 348 окон с позой (194 нормы / 154 дефекации)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Для конфигурации «без точек» позы нет, окон получается больше: 411 (251 / 160)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Оранжевым выделены шаги, которые меняются в эксперименте: какие точки идут в признаки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Что сравниваем: 7 конфигураций точек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65836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Конфигурация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Точки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Индексы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Без точек (bbox)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только рамка собаки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Все 20 точек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0-19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Позвоночник + таз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0-9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Таз + хвост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6-12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Только хвост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10-12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Только лапы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13-19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Позвоночник + хвост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733"/>
                          </a:solidFill>
                          <a:latin typeface="Calibri"/>
                        </a:rPr>
                        <a:t>0-5, 10-12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417320"/>
            <a:ext cx="4114800" cy="3803904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5087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Группы точек собаки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позвоночник: 0-5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таз: 6-9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хвост: 10-12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передние лапы: 13-15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задние лапы: 16-19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Гипотеза: для дефекации важна поза таза и хвоста, поэтому меньшая группа точек может убрать шум и дать качество не хуже, чем все 20 точек.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Как проводился эксперимент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Для каждой конфигурации заново собираются признаки и обучается одна и та же LSTM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Модель: энкодер признаков → LSTM (2 слоя, 128) → attention → вероятность дефекации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12 эпох, AdamW, lr 1e-3, batch 32; лучшие веса выбираются по F1 на валидации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Окна делятся случайно: 64% обучение, 16% валидация, 20% тест (около 70 окон)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733"/>
                </a:solidFill>
                <a:latin typeface="Calibri"/>
              </a:rPr>
              <a:t>•  Метрики на тесте: F1, accuracy, precision, recall, ROC-AUC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3931920" cy="356616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07B39"/>
                </a:solidFill>
                <a:latin typeface="Calibri"/>
              </a:rPr>
              <a:t>Статус прогона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0574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6 из 7 конфигураций посчитаны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«Позвоночник + хвост» прервана вручную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733"/>
                </a:solidFill>
                <a:latin typeface="Calibri"/>
              </a:rPr>
              <a:t>•  Один запуск, один случайный сид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Результаты: таблица метрик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Конфигурация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Без точек (bbox)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Все 20 точек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B2733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 anchor="ctr">
                    <a:solidFill>
                      <a:srgbClr val="DCE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Позвоночник + таз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Таз + хвост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Только хвост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Только лапы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0.654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B2733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5B1"/>
                </a:solidFill>
                <a:latin typeface="Calibri"/>
              </a:rPr>
              <a:t>Лучший результат по всем метрикам - «Все 20 точек». Позвоночник + хвост в таблицу не попал: расчёт не завершён.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F1: точки позы дают заметный прирост над bbox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Остальные метрики и ROC-AUC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2674620"/>
          </a:xfrm>
          <a:prstGeom prst="rect">
            <a:avLst/>
          </a:prstGeom>
        </p:spPr>
      </p:pic>
      <p:pic>
        <p:nvPicPr>
          <p:cNvPr id="6" name="Picture 5" descr="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852160" cy="2747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733"/>
                </a:solidFill>
                <a:latin typeface="Calibri"/>
              </a:rPr>
              <a:t>У «всех точек» самая высокая точность (precision 0.96) и ROC-AUC 0.96.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733"/>
                </a:solidFill>
                <a:latin typeface="Calibri"/>
              </a:rPr>
              <a:t>Лапы почти не несут сигнала: ROC-AUC 0.69 - хуже, чем у голой рамки (0.87).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Группировка против полного набора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3142355"/>
          </a:xfrm>
          <a:prstGeom prst="rect">
            <a:avLst/>
          </a:prstGeom>
        </p:spPr>
      </p:pic>
      <p:pic>
        <p:nvPicPr>
          <p:cNvPr id="6" name="Picture 5" descr="points_v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17320"/>
            <a:ext cx="4480560" cy="28464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733"/>
                </a:solidFill>
                <a:latin typeface="Calibri"/>
              </a:rPr>
              <a:t>Ни одна группа точек не превзошла полный набор: лучшие - «только хвост» и «позвоночник + таз» (F1 около 0.77, на 0.09 ниже).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733"/>
                </a:solidFill>
                <a:latin typeface="Calibri"/>
              </a:rPr>
              <a:t>Зависимости «меньше точек - лучше» нет.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Точки позы помогают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F1 0.72 → 0.86 по сравнению с одной рамкой собаки; ROC-AUC 0.87 → 0.96.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554480"/>
            <a:ext cx="3566160" cy="60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37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07B39"/>
                </a:solidFill>
                <a:latin typeface="Calibri"/>
              </a:rPr>
              <a:t>Группировка пока не помогает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Любое подмножество точек дало F1 ниже, чем все 20. Хвост один даёт 0.77, но таз + хвост - 0.69.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554480"/>
            <a:ext cx="3566160" cy="600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737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5483A"/>
                </a:solidFill>
                <a:latin typeface="Calibri"/>
              </a:rPr>
              <a:t>Лапы вредны как единственный источник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6517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Calibri"/>
              </a:rPr>
              <a:t>F1 0.65 и ROC-AUC 0.69 - хуже bbox.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Пока это не окончательный ответ: различия между группами лежат в пределах шума (см. ограничения).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Ограничения этих результатов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Малый тест: около 70 окон, одно окно меняет F1 на 0.02-0.03; разница в 0.05-0.09 между группами может быть случайной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Один запуск с одним сидом: нет среднего и разброса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Случайное разбиение окон: соседние окна одного ролика попадают и в обучение, и в тест, метрики завышены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«Без точек» оценивается на другом наборе окон (411 против 348), сравнение приблизительное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Конфигурация «позвоночник + хвост» не досчитана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Calibri"/>
              </a:rPr>
              <a:t>Что сделано для надёжного ответа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" cy="3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В ноутбук добавлены ячейки мультисид-прогона: каждая конфигурация на 5 разных разбиениях, среднее ± std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Разбиение теперь по видео, а не по окнам - утечки между обучением и тестом нет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Инференс YOLO кэшируется: видео обрабатываются сетями один раз на все конфигурации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B2733"/>
                </a:solidFill>
                <a:latin typeface="Calibri"/>
              </a:rPr>
              <a:t>•  Итог сохраняется в runs.json и архив с графиками; по нему обновим эту презентацию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Calibri"/>
              </a:rPr>
              <a:t>Следующий шаг: дождаться мультисид-прогона на GPU и проверить, остаётся ли вывод «все точки лучше группы».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